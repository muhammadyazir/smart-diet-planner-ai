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2" r:id="rId15"/>
    <p:sldId id="274" r:id="rId16"/>
    <p:sldId id="275" r:id="rId17"/>
    <p:sldId id="27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6" d="100"/>
          <a:sy n="86" d="100"/>
        </p:scale>
        <p:origin x="1614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Akzidenz-Grotesk Pro Bold Cnd" panose="02000506050000020004" pitchFamily="50" charset="0"/>
              </a:rPr>
              <a:t>SMART DIET PLANNER USING ARTIFICIAL INTELLIGENCE</a:t>
            </a:r>
            <a:endParaRPr dirty="0">
              <a:latin typeface="Akzidenz-Grotesk Pro Bold Cnd" panose="02000506050000020004" pitchFamily="50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Thesis Presentation – Muhammad Yazir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kzidenz-Grotesk Pro Bold" panose="02000803050000020004" pitchFamily="50" charset="0"/>
              </a:rPr>
              <a:t>Abstract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7C9EC8-5193-4C23-8F15-ABE451CA1D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47137"/>
            <a:ext cx="82296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introduces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Smart Diet Planner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Artificial Intelligence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creates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personalized diet plans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based on age, weight, activity level, and health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GPT-4o, real-time nutrition APIs, and image analysis enable smart and flexible meal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simplifies healthy eating through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intelligent and user-friendly recommendations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kzidenz-Grotesk Pro Bold" panose="02000803050000020004" pitchFamily="50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37579A-ED07-474A-81AA-DD4A0ED07D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447136"/>
            <a:ext cx="834505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Unhealthy eating is a major contributor to global health issues like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obesity and diabetes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Most people find it difficult to maintain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consistent and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personalised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diet plans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 AI and modern tools, there is a need for a system that gives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smart, dynamic, and accurate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meal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bridges that gap using advanced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AI, nutrition science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user-focused design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kzidenz-Grotesk Pro Bold" panose="02000803050000020004" pitchFamily="50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Most existing diet apps rely on </a:t>
            </a:r>
            <a:r>
              <a:rPr lang="en-GB" b="1" dirty="0"/>
              <a:t>manual data input</a:t>
            </a:r>
            <a:r>
              <a:rPr lang="en-GB" dirty="0"/>
              <a:t> and lack intelligent personalization.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Users often struggle to get </a:t>
            </a:r>
            <a:r>
              <a:rPr lang="en-GB" b="1" dirty="0"/>
              <a:t>dynamic, health-specific meal suggestions</a:t>
            </a:r>
            <a:r>
              <a:rPr lang="en-GB" dirty="0"/>
              <a:t> in real-time.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There is no single platform that combines </a:t>
            </a:r>
            <a:r>
              <a:rPr lang="en-GB" b="1" dirty="0"/>
              <a:t>AI, nutrition data, and image analysis</a:t>
            </a:r>
            <a:r>
              <a:rPr lang="en-GB" dirty="0"/>
              <a:t> in one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kzidenz-Grotesk Pro Bold" panose="02000803050000020004" pitchFamily="50" charset="0"/>
              </a:rPr>
              <a:t>Aim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Aim: Develop an intelligent, user-centric diet planning app.</a:t>
            </a:r>
          </a:p>
          <a:p>
            <a:r>
              <a:rPr sz="2800" dirty="0"/>
              <a:t>Objectives:</a:t>
            </a:r>
          </a:p>
          <a:p>
            <a:r>
              <a:rPr sz="2800" dirty="0"/>
              <a:t>Automate diet plan generation</a:t>
            </a:r>
          </a:p>
          <a:p>
            <a:r>
              <a:rPr sz="2800" dirty="0"/>
              <a:t>Use AI to suggest recipes</a:t>
            </a:r>
          </a:p>
          <a:p>
            <a:r>
              <a:rPr sz="2800" dirty="0"/>
              <a:t>Provide food image analysis</a:t>
            </a:r>
          </a:p>
          <a:p>
            <a:r>
              <a:rPr sz="2800" dirty="0"/>
              <a:t>Store user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kzidenz-Grotesk Pro Bold" panose="02000803050000020004" pitchFamily="50" charset="0"/>
              </a:rPr>
              <a:t>Scope of Project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80D9788-BBBE-4038-AD49-C185EB3838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447137"/>
            <a:ext cx="844475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Build an intelligent diet planner using AI (GPT-4o) to personalize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Integrate real-time nutrition data from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FatSecret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API for accurate macro calculations.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 users to upload food images and get automatic ingredient &amp; calorie estimation.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Target users aiming for weight loss, fitness goals, or managing health conditions.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kzidenz-Grotesk Pro Bold" panose="02000803050000020004" pitchFamily="50" charset="0"/>
              </a:rPr>
              <a:t>Literature Review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F83BC3-84D2-4309-91F3-53F3E4DADB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47137"/>
            <a:ext cx="83820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Traditional diet apps offer static tracking and lack advanced automation.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Studies show AI models (e.g., NLP) can assist in generating meaningful food plans.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APIs like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FatSecret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 nutritional insights but need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Research supports use of image-based food recognition to estimate meal content.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kzidenz-Grotesk Pro Bold" panose="02000803050000020004" pitchFamily="50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2800" dirty="0"/>
          </a:p>
          <a:p>
            <a:r>
              <a:rPr sz="2800" dirty="0"/>
              <a:t>Frontend: </a:t>
            </a:r>
            <a:r>
              <a:rPr sz="2800" dirty="0" err="1"/>
              <a:t>Streamlit</a:t>
            </a:r>
            <a:r>
              <a:rPr lang="en-GB" sz="2800" dirty="0"/>
              <a:t>  </a:t>
            </a:r>
            <a:endParaRPr sz="2800" dirty="0"/>
          </a:p>
          <a:p>
            <a:r>
              <a:rPr sz="2800" dirty="0"/>
              <a:t>Backend: Python</a:t>
            </a:r>
          </a:p>
          <a:p>
            <a:r>
              <a:rPr sz="2800" dirty="0"/>
              <a:t>AI: </a:t>
            </a:r>
            <a:r>
              <a:rPr sz="2800" dirty="0" err="1"/>
              <a:t>OpenAI</a:t>
            </a:r>
            <a:r>
              <a:rPr sz="2800" dirty="0"/>
              <a:t> GPT-4o</a:t>
            </a:r>
          </a:p>
          <a:p>
            <a:r>
              <a:rPr sz="2800" dirty="0"/>
              <a:t>API: </a:t>
            </a:r>
            <a:r>
              <a:rPr sz="2800" dirty="0" err="1"/>
              <a:t>FatSecret</a:t>
            </a:r>
            <a:endParaRPr lang="en-GB" sz="2800" dirty="0"/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endParaRPr sz="2800" dirty="0"/>
          </a:p>
          <a:p>
            <a:r>
              <a:rPr sz="2800" dirty="0"/>
              <a:t>Libraries: NumPy, Pandas, Pillow, OpenCV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5BB52-14E0-4A5B-86CC-640FDC0B1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034" y="1600200"/>
            <a:ext cx="4301778" cy="3424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kzidenz-Grotesk Pro Bold" panose="02000803050000020004" pitchFamily="50" charset="0"/>
              </a:rPr>
              <a:t>System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E48C98-D142-4C60-9041-7CC5F662A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569" y="1480865"/>
            <a:ext cx="2505425" cy="4516523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F1AD319-A99F-4E57-8C5E-8F2FCF0926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31694"/>
            <a:ext cx="501127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 Input Interface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Collects age, height, weight, goal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GPT-4o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Generates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personalised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meal plans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Nutrition 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Provides nutritional data for meals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Image Analyzer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Estimates food details from pictures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Storage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Saves user results and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kzidenz-Grotesk Pro Bold" panose="02000803050000020004" pitchFamily="50" charset="0"/>
              </a:rP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Personalized Plan</a:t>
            </a:r>
          </a:p>
          <a:p>
            <a:r>
              <a:rPr dirty="0"/>
              <a:t> Macronutrient Pie Chart</a:t>
            </a:r>
          </a:p>
          <a:p>
            <a:r>
              <a:rPr dirty="0"/>
              <a:t> Recipe Generator</a:t>
            </a:r>
          </a:p>
          <a:p>
            <a:r>
              <a:rPr dirty="0"/>
              <a:t> Image Analyzer</a:t>
            </a:r>
          </a:p>
          <a:p>
            <a:r>
              <a:rPr dirty="0"/>
              <a:t> User History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67925-5826-48FE-8BB2-280191EB2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671" y="920334"/>
            <a:ext cx="6892330" cy="39026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kzidenz-Grotesk Pro Bold" panose="02000803050000020004" pitchFamily="50" charset="0"/>
              </a:rPr>
              <a:t>AI &amp; GPT Integration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7A80989-2A0E-473A-9994-BBAD4306F3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878025"/>
            <a:ext cx="713849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GPT-4o for diet personalization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Understands user's goal &amp; health condition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smart meal plans &amp; recipes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Analyzes food images for nutrition info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interaction natural &amp; intelligent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C86619-2883-4D47-AF31-7E62512B0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411" y="2553788"/>
            <a:ext cx="5052814" cy="38470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kzidenz-Grotesk Pro Bold" panose="02000803050000020004" pitchFamily="50" charset="0"/>
              </a:rPr>
              <a:t>Food Image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70259" cy="4525963"/>
          </a:xfrm>
        </p:spPr>
        <p:txBody>
          <a:bodyPr/>
          <a:lstStyle/>
          <a:p>
            <a:r>
              <a:rPr sz="2800" dirty="0"/>
              <a:t>Users upload food images, which are analyzed using GPT-4o vision API for ingredient and nutrition estimation.</a:t>
            </a:r>
            <a:endParaRPr lang="en-GB" sz="2800" dirty="0"/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kzidenz-Grotesk Pro Bold" panose="02000803050000020004" pitchFamily="50" charset="0"/>
              </a:rPr>
              <a:t>Recipe Generation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BBA2127-A69D-4B97-A775-78E8EB95FA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524080"/>
            <a:ext cx="8530683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selects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types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ingredients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GPT-4o generates a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customised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recipe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Considers: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Fitness Goal (e.g., weight loss)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Conditions (e.g., diabetes)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Step-by-step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cooking instructions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macro-nutrient content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kzidenz-Grotesk Pro Bold" panose="02000803050000020004" pitchFamily="50" charset="0"/>
              </a:rPr>
              <a:t>User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Tested by 5 users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Main features used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Diet plan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Recipe generation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Food image analysis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b="1" dirty="0"/>
              <a:t>Positive Feedback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Interface: Simple &amp; friendly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Plans: Accurate &amp; personalised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Recipes: Relevant and easy to follow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b="1" dirty="0"/>
              <a:t>Suggested Improvements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user accounts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Sync with fitness trackers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kzidenz-Grotesk Pro Bold" panose="02000803050000020004" pitchFamily="50" charset="0"/>
              </a:rPr>
              <a:t>Limitations &amp; Future Scope</a:t>
            </a:r>
            <a:endParaRPr dirty="0">
              <a:latin typeface="Akzidenz-Grotesk Pro Bold" panose="02000803050000020004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sz="3300" b="1" dirty="0"/>
              <a:t>Limitations:</a:t>
            </a:r>
            <a:endParaRPr lang="en-GB" sz="33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3300" dirty="0"/>
              <a:t>No login system → results not saved for future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300" dirty="0"/>
              <a:t>External APIs → image nutrition estimates may vary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300" dirty="0"/>
              <a:t>Not medically certified → lacks clinical diet validation</a:t>
            </a:r>
          </a:p>
          <a:p>
            <a:pPr marL="0" indent="0">
              <a:buNone/>
            </a:pPr>
            <a:r>
              <a:rPr lang="en-GB" sz="3300" b="1" dirty="0"/>
              <a:t>Future Enhancements:</a:t>
            </a:r>
            <a:endParaRPr lang="en-GB" sz="33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3300" dirty="0"/>
              <a:t>Add user accounts &amp; cloud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300" dirty="0"/>
              <a:t>Custom AI model for better food recognition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300" dirty="0"/>
              <a:t>Integration with fitness devices (e.g., Fitbit)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3300" dirty="0"/>
              <a:t>Collaborate with health professionals for validation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797A7F-19BE-4FF5-9AE4-8809A4D91C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47136"/>
            <a:ext cx="82296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Diet Planner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bridges the gap between AI and personal health.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offers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intelligent,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personalised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diet plans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GPT-4o, nutrition APIs, and user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recipe generation and food image analysis make it more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and user-friendly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Though a prototype, it demonstrates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potential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AI-powered healthcare solutions.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Sets the foundation for future development into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scalable, medically reliable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700</Words>
  <Application>Microsoft Office PowerPoint</Application>
  <PresentationFormat>On-screen Show (4:3)</PresentationFormat>
  <Paragraphs>124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SMART DIET PLANNER USING ARTIFICIAL INTELLIGENCE</vt:lpstr>
      <vt:lpstr>Abstract</vt:lpstr>
      <vt:lpstr>Introduction</vt:lpstr>
      <vt:lpstr>Problem Statement</vt:lpstr>
      <vt:lpstr>Aim &amp; Objectives</vt:lpstr>
      <vt:lpstr>Scope of Project</vt:lpstr>
      <vt:lpstr>Literature Review</vt:lpstr>
      <vt:lpstr>Technology Stack</vt:lpstr>
      <vt:lpstr>System Architecture</vt:lpstr>
      <vt:lpstr>Main Features</vt:lpstr>
      <vt:lpstr>AI &amp; GPT Integration</vt:lpstr>
      <vt:lpstr>Food Image Analysis</vt:lpstr>
      <vt:lpstr>Recipe Generation</vt:lpstr>
      <vt:lpstr>User Testing</vt:lpstr>
      <vt:lpstr>Limitations &amp; 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DIET PLANNER USING ARTIFICIAL INTELLIGENCE</dc:title>
  <dc:subject/>
  <dc:creator>Muhammad Yazir</dc:creator>
  <cp:keywords/>
  <dc:description>generated using python-pptx</dc:description>
  <cp:lastModifiedBy>yazir hanif</cp:lastModifiedBy>
  <cp:revision>11</cp:revision>
  <dcterms:created xsi:type="dcterms:W3CDTF">2013-01-27T09:14:16Z</dcterms:created>
  <dcterms:modified xsi:type="dcterms:W3CDTF">2025-11-27T15:17:10Z</dcterms:modified>
  <cp:category/>
</cp:coreProperties>
</file>